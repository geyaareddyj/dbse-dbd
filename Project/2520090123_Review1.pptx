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94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vi reddy" userId="78b4368b520a561f" providerId="LiveId" clId="{B4A634B4-E217-432B-80F6-8070E1C3BBF5}"/>
    <pc:docChg chg="modSld">
      <pc:chgData name="Madhavi reddy" userId="78b4368b520a561f" providerId="LiveId" clId="{B4A634B4-E217-432B-80F6-8070E1C3BBF5}" dt="2026-09-11T07:06:16.811" v="92" actId="1076"/>
      <pc:docMkLst>
        <pc:docMk/>
      </pc:docMkLst>
      <pc:sldChg chg="modSp mod">
        <pc:chgData name="Madhavi reddy" userId="78b4368b520a561f" providerId="LiveId" clId="{B4A634B4-E217-432B-80F6-8070E1C3BBF5}" dt="2026-09-11T07:06:16.811" v="92" actId="1076"/>
        <pc:sldMkLst>
          <pc:docMk/>
          <pc:sldMk cId="0" sldId="264"/>
        </pc:sldMkLst>
        <pc:spChg chg="mod">
          <ac:chgData name="Madhavi reddy" userId="78b4368b520a561f" providerId="LiveId" clId="{B4A634B4-E217-432B-80F6-8070E1C3BBF5}" dt="2026-09-11T07:06:16.811" v="92" actId="1076"/>
          <ac:spMkLst>
            <pc:docMk/>
            <pc:sldMk cId="0" sldId="264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19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5" name="Shape 3"/>
          <p:cNvSpPr/>
          <p:nvPr/>
        </p:nvSpPr>
        <p:spPr>
          <a:xfrm>
            <a:off x="-1463040" y="5989320"/>
            <a:ext cx="2377440" cy="2377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914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 ·  DATABASE SYSTEMS ENGINEERING &amp; DISTRIBUTED BACKEND DEVELOPMENT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&amp; Room Occupancy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  —  Abstract &amp; Design Proposal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10 · Team 1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5349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2026–2027, Tri-4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5349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Geya Reddy · Kamtam Priyanka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administrators lack a single, reliable way to see which campus rooms are free and to manage events without last-minute chaos.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999232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907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availability is invisible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2735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 free rooms during college hours — there is no shared, real-time 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99923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907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registrations disrupt planning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2735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Hackathons, workshops and seminars often see sudden participant surges beyond initial estimates.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599432"/>
            <a:ext cx="502920" cy="50292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07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Conflicts go undetected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737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leads to double-booked rooms and scheduling clashes.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43434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599432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07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is used inefficiently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8737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occupancy tracking, capacity mismatches and overcrowding are common.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rooms &amp; events are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today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93522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8072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 tracked informally — notice boards, spreadsheets, or word of mouth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71246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58444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coordination happens over calls, messages and emails between organizers and admin staff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48970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36168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calendar view of bookings across departments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26694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51389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occupancy are estimated only after an event, if at all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2240280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167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4780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checks a different, often outdated, source.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08152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3264408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3952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1912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Reactive, not proactive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5021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and overcrowding are discovered only after they occur.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105656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4288536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3952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2153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decision-making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526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cannot quickly compare expected vs actual demand.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5129784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5312664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73952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239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scalable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55504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breaks down as the number of events grows.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web-based platform where students discover rooms and events, and administrators allocate space, monitor registrations, and track real occupancy — all from one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56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Room Availability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21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real-time room status, capacity and schedules before booking.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87952" y="25146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743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55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Scheduling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3721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create and manage events, allocate rooms and set expected turnout.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72984" y="25146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1584" y="2743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01584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8101584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 Registration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101584" y="3721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 for events; the system tracks registrations against capacity.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56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303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Detection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596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overlapping bookings and capacity mismatches.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87952" y="4389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6552" y="4617720"/>
            <a:ext cx="548640" cy="54864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16552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6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5303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416552" y="5596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console to monitor bookings, rooms and occupancy trends.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72984" y="4389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01584" y="4617720"/>
            <a:ext cx="548640" cy="54864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01584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60" dirty="0"/>
          </a:p>
        </p:txBody>
      </p:sp>
      <p:sp>
        <p:nvSpPr>
          <p:cNvPr id="33" name="Text 31"/>
          <p:cNvSpPr txBox="1"/>
          <p:nvPr/>
        </p:nvSpPr>
        <p:spPr>
          <a:xfrm>
            <a:off x="8101584" y="5303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Tracking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101584" y="5596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expected vs. actual attendance to guide future planning.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10512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centralized platform for room and event management across campus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69464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5059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real-time visibility into room availability and schedules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09544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28416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0954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event creation, room allocation and participant registration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87368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6849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prevent room-booking conflicts before they occur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727448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84632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72744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expected vs. actual occupancy to support data-driven decisions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486400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605272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48640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utilization of campus spaces and reduce manual effort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4F9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317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catalog with capacity, building &amp; equipment details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9077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creation, scheduling and room allocation by admins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838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838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for events with live seat tracking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599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05993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conflict detection across rooms and time slots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36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6360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dashboard comparing expected vs. actual turnout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12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212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students and administrators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1E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42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(for now)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or fee collection for events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9077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9077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applications (web is responsive instead)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4838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4838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push notifications / SMS alerts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0599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external college ERP systems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636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636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or predictive forecasting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212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5212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/ multi-institution support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THE TRADE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Identification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933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76148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10896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 for the web interface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73736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76148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0896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JavaScript runtime environment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52744" y="173736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9933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7B2C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81344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53912" y="276148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153912" y="310896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 for REST APIs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77656" y="173736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06256" y="19933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06256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878824" y="276148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878824" y="310896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for system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6908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32511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" y="50932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Workbench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04088" y="544068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SQL development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27832" y="406908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56432" y="432511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7B2CB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56432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50932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544068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 REST APIs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52744" y="406908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1344" y="432511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EC4B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81344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6153912" y="50932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153912" y="544068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environment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77656" y="4069080"/>
            <a:ext cx="252374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06256" y="432511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6213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06256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8878824" y="50932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878824" y="544068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source management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83464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2EC4B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063240"/>
            <a:ext cx="2834640" cy="1828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Room availability views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Event &amp; registration UI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dashboard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4747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9050">
            <a:solidFill>
              <a:srgbClr val="7B2C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83464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7B2CB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3063240"/>
            <a:ext cx="2834640" cy="18288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 endpoints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 logic &amp; validation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Conflict detection engine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34747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64108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283464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/>
        </p:spPr>
      </p:sp>
      <p:sp>
        <p:nvSpPr>
          <p:cNvPr id="24" name="Shape 22"/>
          <p:cNvSpPr/>
          <p:nvPr/>
        </p:nvSpPr>
        <p:spPr>
          <a:xfrm>
            <a:off x="8641080" y="3063240"/>
            <a:ext cx="2834640" cy="182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4108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Users, Rooms, Events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Bookings &amp; Schedules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Occupancy Records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83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flow through the Express REST API, which applies business rules (e.g. conflict checks) before reading or writing to MySQL — keeping presentation, logic and data cleanly separated.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BUILDING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· SECTION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95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J. Geya Reddy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70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2520090123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72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Kamtam Priyanka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2520090001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475488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206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5313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Divya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Priya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Degala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377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6151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— Database Systems Engineering &amp; Distributed Backend Development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1821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4198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Trimester 4, 2026–2027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9867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7914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Node.js · Express.js · MySQL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REVIEW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Summary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&amp; Room Occupancy Management System replaces informal, manual coordination with a single web platform. Students get a clear view of room availability and can register for events confidently; administrators gain the tools to allocate rooms, resolve conflicts early, and track how spaces are actually used — turning guesswork into data-backed decisions for campus resource planning.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5820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submitted · Ready for Review 1 evaluation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975</Words>
  <Application>Microsoft Office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Madhavi reddy</cp:lastModifiedBy>
  <cp:revision>1</cp:revision>
  <dcterms:created xsi:type="dcterms:W3CDTF">2026-09-11T06:53:03Z</dcterms:created>
  <dcterms:modified xsi:type="dcterms:W3CDTF">2026-09-11T07:06:27Z</dcterms:modified>
</cp:coreProperties>
</file>